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Exploratory Data Analysis (EDA) in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What EDA is, why it matters, and how it supports regression modeling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of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Understand structure and scale of variables</a:t>
            </a:r>
          </a:p>
          <a:p>
            <a:pPr/>
            <a:r>
              <a:t>Detect outliers and data quality issues</a:t>
            </a:r>
          </a:p>
          <a:p>
            <a:pPr/>
            <a:r>
              <a:t>Assess plausibility of regression assumptions</a:t>
            </a:r>
          </a:p>
          <a:p>
            <a:pPr/>
            <a:r>
              <a:t>Inform model specification and transformations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Scatterplots for Linearity Assessment</a:t>
            </a:r>
          </a:p>
        </p:txBody>
      </p:sp>
      <p:pic>
        <p:nvPicPr>
          <p:cNvPr id="3" name="Picture 2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5486400" cy="44418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Univariate EDA: Distribution of Response</a:t>
            </a:r>
          </a:p>
        </p:txBody>
      </p:sp>
      <p:pic>
        <p:nvPicPr>
          <p:cNvPr id="3" name="Picture 2" descr="hist_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5486400" cy="45059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Detecting Non-Constant Variance</a:t>
            </a:r>
          </a:p>
        </p:txBody>
      </p:sp>
      <p:pic>
        <p:nvPicPr>
          <p:cNvPr id="3" name="Picture 2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5486400" cy="45059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vs Regression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EDA: model-free, uses raw data</a:t>
            </a:r>
          </a:p>
          <a:p>
            <a:pPr/>
            <a:r>
              <a:t>Diagnostics: model-based, use residuals</a:t>
            </a:r>
          </a:p>
          <a:p>
            <a:pPr/>
            <a:r>
              <a:t>Both are essential but answer different questions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EDA Fits in the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EDA should occur before model fitting</a:t>
            </a:r>
          </a:p>
          <a:p>
            <a:pPr/>
            <a:r>
              <a:t>Revisited after multiple regression for multivariate structure</a:t>
            </a:r>
          </a:p>
          <a:p>
            <a:pPr/>
            <a:r>
              <a:t>Guides, but does not replace, formal inference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