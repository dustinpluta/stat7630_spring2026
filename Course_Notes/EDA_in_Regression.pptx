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Exploratory Data Analysis (EDA) in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Purpose, tools, and role in regression modeling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of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Understand structure and scale of variables</a:t>
            </a:r>
          </a:p>
          <a:p>
            <a:pPr/>
            <a:r>
              <a:t>Detect anomalies and data quality issues</a:t>
            </a:r>
          </a:p>
          <a:p>
            <a:pPr/>
            <a:r>
              <a:t>Assess plausibility of regression assumptions</a:t>
            </a:r>
          </a:p>
          <a:p>
            <a:pPr/>
            <a:r>
              <a:t>Inform model specification and transformations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vs Regression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EDA: descriptive, flexible, model-free</a:t>
            </a:r>
          </a:p>
          <a:p>
            <a:pPr/>
            <a:r>
              <a:t>Regression: inferential or predictive, formal</a:t>
            </a:r>
          </a:p>
          <a:p>
            <a:pPr/>
            <a:r>
              <a:t>EDA should precede model fitting and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Univariate EDA: Response Variable (Y)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Examine distribution and scale of the response</a:t>
            </a:r>
          </a:p>
          <a:p>
            <a:pPr/>
            <a:r>
              <a:t>Identify outliers or extreme values</a:t>
            </a:r>
          </a:p>
          <a:p>
            <a:pPr/>
            <a:r>
              <a:t>Assess suitability for linear modeling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Histogram of Response Variable</a:t>
            </a:r>
          </a:p>
        </p:txBody>
      </p:sp>
      <p:pic>
        <p:nvPicPr>
          <p:cNvPr id="3" name="Picture 2" descr="eda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371600"/>
            <a:ext cx="5943600" cy="48119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Univariate EDA: Predictor Variables (X)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Check ranges and plausibility of predictors</a:t>
            </a:r>
          </a:p>
          <a:p>
            <a:pPr/>
            <a:r>
              <a:t>Identify skewness and leverage risks</a:t>
            </a:r>
          </a:p>
          <a:p>
            <a:pPr/>
            <a:r>
              <a:t>Determine variable type (continuous vs categorical)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Bivariate EDA: Predictor–Response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Scatterplots assess linearity and association</a:t>
            </a:r>
          </a:p>
          <a:p>
            <a:pPr/>
            <a:r>
              <a:t>Reveal curvature, heteroskedasticity, and clusters</a:t>
            </a:r>
          </a:p>
          <a:p>
            <a:pPr/>
            <a:r>
              <a:t>Most important EDA tool for regression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Scatterplot for Linearity Assessment</a:t>
            </a:r>
          </a:p>
        </p:txBody>
      </p:sp>
      <p:pic>
        <p:nvPicPr>
          <p:cNvPr id="3" name="Picture 2" descr="eda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371600"/>
            <a:ext cx="5943600" cy="48119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Grouped and Conditional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Reveal interactions or effect modification</a:t>
            </a:r>
          </a:p>
          <a:p>
            <a:pPr/>
            <a:r>
              <a:t>Assess whether a single regression line is appropriate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Grouped Scatterplot Example</a:t>
            </a:r>
          </a:p>
        </p:txBody>
      </p:sp>
      <p:pic>
        <p:nvPicPr>
          <p:cNvPr id="3" name="Picture 2" descr="eda_grou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371600"/>
            <a:ext cx="5943600" cy="481198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for Assumption Assessment (Pre-Model)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Linearity: shape of Y vs X relationship</a:t>
            </a:r>
          </a:p>
          <a:p>
            <a:pPr/>
            <a:r>
              <a:t>Constant variance: visual spread across X</a:t>
            </a:r>
          </a:p>
          <a:p>
            <a:pPr/>
            <a:r>
              <a:t>Independence: temporal or spatial structure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of Non-Constant Variance</a:t>
            </a:r>
          </a:p>
        </p:txBody>
      </p:sp>
      <p:pic>
        <p:nvPicPr>
          <p:cNvPr id="3" name="Picture 2" descr="eda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371600"/>
            <a:ext cx="5943600" cy="488147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and Transformations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Log or square-root transforms for skewness</a:t>
            </a:r>
          </a:p>
          <a:p>
            <a:pPr/>
            <a:r>
              <a:t>Centering or scaling predictors</a:t>
            </a:r>
          </a:p>
          <a:p>
            <a:pPr/>
            <a:r>
              <a:t>Choose transforms before formal inference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vs Regression Diagnostics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EDA uses raw data; diagnostics use residuals</a:t>
            </a:r>
          </a:p>
          <a:p>
            <a:pPr/>
            <a:r>
              <a:t>EDA is model-free; diagnostics are model-dependent</a:t>
            </a:r>
          </a:p>
          <a:p>
            <a:pPr/>
            <a:r>
              <a:t>Both are necessary but answer different questions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in the Regression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Data cleaning</a:t>
            </a:r>
          </a:p>
          <a:p>
            <a:pPr/>
            <a:r>
              <a:t>Exploratory Data Analysis</a:t>
            </a:r>
          </a:p>
          <a:p>
            <a:pPr/>
            <a:r>
              <a:t>Model specification and fitting</a:t>
            </a:r>
          </a:p>
          <a:p>
            <a:pPr/>
            <a:r>
              <a:t>Diagnostics and inference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Pitfalls in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Over-interpreting visual patterns</a:t>
            </a:r>
          </a:p>
          <a:p>
            <a:pPr/>
            <a:r>
              <a:t>Letting EDA drive inference</a:t>
            </a:r>
          </a:p>
          <a:p>
            <a:pPr/>
            <a:r>
              <a:t>Failing to document EDA-driven decisions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EDA is essential for understanding data structure</a:t>
            </a:r>
          </a:p>
          <a:p>
            <a:pPr/>
            <a:r>
              <a:t>Helps anticipate assumption violations</a:t>
            </a:r>
          </a:p>
          <a:p>
            <a:pPr/>
            <a:r>
              <a:t>Improves regression when used as a guide, not a substitute for inference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